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274320"/>
            <a:ext cx="54864" cy="4572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agent-proxy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2148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00C9A7"/>
                </a:solidFill>
              </a:rPr>
              <a:t>Universal Protocol Tracer for AI Agents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1280160" cy="475488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8346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MCP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2834640"/>
            <a:ext cx="1280160" cy="475488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8346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A2A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834640"/>
            <a:ext cx="1280160" cy="475488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8346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4023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Thiru Voonna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Founder, Voonna LLC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TechWalkLive Vibeathon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github.com/tirumalv/agent-proxy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Debugging AI agents is flying blind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51760" cy="2926080"/>
          </a:xfrm>
          <a:prstGeom prst="rect">
            <a:avLst/>
          </a:prstGeom>
          <a:solidFill>
            <a:srgbClr val="1A080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0200"/>
            <a:ext cx="2651760" cy="12801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</a:rPr>
              <a:t>Fragmented Protocols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MCP, A2A, and ACP each have different message formats. No single tool speaks all three.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651760" cy="2926080"/>
          </a:xfrm>
          <a:prstGeom prst="rect">
            <a:avLst/>
          </a:prstGeom>
          <a:solidFill>
            <a:srgbClr val="1A080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600200"/>
            <a:ext cx="2651760" cy="12801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</a:rPr>
              <a:t>No Unified Trace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When your agent fails, you have zero visibility into what messages were sent, received, or dropped.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51760" cy="2926080"/>
          </a:xfrm>
          <a:prstGeom prst="rect">
            <a:avLst/>
          </a:prstGeom>
          <a:solidFill>
            <a:srgbClr val="1A080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0200"/>
            <a:ext cx="2651760" cy="12801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</a:rPr>
              <a:t>Today's Workaround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3774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Developers stare at raw logs, add print statements, or rebuild ad-hoc interceptors every project.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No unified framework exists to trace MCP, A2A, and ACP messages for debugging AI agents.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One proxy. Every protocol. Total visibility.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155448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00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55448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 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965960"/>
            <a:ext cx="73152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2971800"/>
            <a:ext cx="73152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417320"/>
            <a:ext cx="2286000" cy="2331720"/>
          </a:xfrm>
          <a:prstGeom prst="rect">
            <a:avLst/>
          </a:prstGeom>
          <a:solidFill>
            <a:srgbClr val="0A2E2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600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agent-proxy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0574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Intercepts all traffic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Parses MCP / A2A / ACP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Unified trace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965960"/>
            <a:ext cx="73152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2971800"/>
            <a:ext cx="73152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600200"/>
            <a:ext cx="155448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6002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/ Tool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2606040"/>
            <a:ext cx="155448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External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2606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858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Protocol-aware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4206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Speaks MCP, A2A, and ACP natively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794760"/>
            <a:ext cx="2606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858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Zero-config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01568" y="4206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Drop-in proxy — no agent code changes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794760"/>
            <a:ext cx="26060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3858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Open Source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4206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MIT licensed, community-driven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Built with Claude. Powered by transparency.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060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670048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Sits between agents as a transparent HTTP/stdio proxy. All protocol traffic flows through it — nothing bypasses.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0604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554480"/>
            <a:ext cx="26060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7190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Parse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670048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AI (Claude) identifies the protocol type — MCP, A2A, or ACP — and extracts structured message data automatically.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0604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554480"/>
            <a:ext cx="26060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7190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670048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Outputs a unified, human-readable log with timing, sender, receiver, message type, and full payload.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749808"/>
          </a:xfrm>
          <a:prstGeom prst="rect">
            <a:avLst/>
          </a:prstGeom>
          <a:solidFill>
            <a:srgbClr val="0A1F1C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AI role: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Claude traces agent protocol messages — without it, there is no protocol parsing, no structured output, no insight.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457200"/>
            <a:ext cx="2286000" cy="2286000"/>
          </a:xfrm>
          <a:prstGeom prst="ellipse">
            <a:avLst/>
          </a:prstGeom>
          <a:solidFill>
            <a:srgbClr val="003D3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29000" y="4572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Live Demo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</a:rPr>
              <a:t>github.com/tirumalv/agent-proxy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468880" cy="530352"/>
          </a:xfrm>
          <a:prstGeom prst="rect">
            <a:avLst/>
          </a:prstGeom>
          <a:solidFill>
            <a:srgbClr val="0A2E2A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389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Intercept live agent traffic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4389120"/>
            <a:ext cx="2468880" cy="530352"/>
          </a:xfrm>
          <a:prstGeom prst="rect">
            <a:avLst/>
          </a:prstGeom>
          <a:solidFill>
            <a:srgbClr val="0A2E2A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4389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Read the trace 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4389120"/>
            <a:ext cx="2468880" cy="530352"/>
          </a:xfrm>
          <a:prstGeom prst="rect">
            <a:avLst/>
          </a:prstGeom>
          <a:solidFill>
            <a:srgbClr val="0A2E2A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4389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Spot the bug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3416" y="274320"/>
            <a:ext cx="54864" cy="4572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Open source. Built for every agent developer.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26060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64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</a:rPr>
              <a:t>Now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25856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MCP, A2A, ACP tracing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Claude-powered message parsing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CLI structured output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60604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600200"/>
            <a:ext cx="2606040" cy="109728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764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4FCF"/>
                </a:solidFill>
              </a:rPr>
              <a:t>Next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225856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Web UI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Real-time trace streaming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Replay and diff tools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0604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00200"/>
            <a:ext cx="2606040" cy="109728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764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6EA4"/>
                </a:solidFill>
              </a:rPr>
              <a:t>Later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25856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VS Code extension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Plugin ecosystem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Community protocol adapters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749808"/>
          </a:xfrm>
          <a:prstGeom prst="rect">
            <a:avLst/>
          </a:prstGeom>
          <a:solidFill>
            <a:srgbClr val="0A2E2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 it.  Fork it.  Contribute.     </a:t>
            </a:r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github.com/tirumalv/agent-proxy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agent-proxy — TechWalkLive Vibeathon 2026</dc:title>
  <dc:subject>PptxGenJS Presentation</dc:subject>
  <dc:creator>Thiru Voonna</dc:creator>
  <cp:lastModifiedBy>Thiru Voonna</cp:lastModifiedBy>
  <cp:revision>1</cp:revision>
  <dcterms:created xsi:type="dcterms:W3CDTF">2026-06-18T23:00:16Z</dcterms:created>
  <dcterms:modified xsi:type="dcterms:W3CDTF">2026-06-18T23:00:16Z</dcterms:modified>
</cp:coreProperties>
</file>