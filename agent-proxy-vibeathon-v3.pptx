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274320"/>
            <a:ext cx="54864" cy="4572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agent-proxy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365760" y="2057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0C9A7"/>
                </a:solidFill>
              </a:rPr>
              <a:t>Universal Protocol Tracer with Human-in-the-Loop for AI Agents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2788920"/>
            <a:ext cx="1417320" cy="475488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889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MCP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2788920"/>
            <a:ext cx="1417320" cy="475488"/>
          </a:xfrm>
          <a:prstGeom prst="rect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7889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A2A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788920"/>
            <a:ext cx="1417320" cy="475488"/>
          </a:xfrm>
          <a:prstGeom prst="rect">
            <a:avLst/>
          </a:prstGeom>
          <a:solidFill>
            <a:srgbClr val="007A63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7889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2788920"/>
            <a:ext cx="164592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7889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Human-in-Loop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4023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949E"/>
                </a:solidFill>
              </a:rPr>
              <a:t>Thiru Voonna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Founder, Voonna LLC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TechWalkLive Vibeathon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github.com/tirumalv/agent-proxy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Agentic AI is a black box at runtime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651760" cy="2926080"/>
          </a:xfrm>
          <a:prstGeom prst="rect">
            <a:avLst/>
          </a:prstGeom>
          <a:solidFill>
            <a:srgbClr val="1A0808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00200"/>
            <a:ext cx="2651760" cy="12801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82880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5C5C"/>
                </a:solidFill>
              </a:rPr>
              <a:t>4 Protocols, 4 Transports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95728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MCP runs over stdio and HTTP/SSE. A2A and ACP use HTTP/JSON with their own path conventions. No single tool spans all four -- developers wire ad-hoc logging per project.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600200"/>
            <a:ext cx="2651760" cy="2926080"/>
          </a:xfrm>
          <a:prstGeom prst="rect">
            <a:avLst/>
          </a:prstGeom>
          <a:solidFill>
            <a:srgbClr val="1A0808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600200"/>
            <a:ext cx="2651760" cy="12801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82880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5C5C"/>
                </a:solidFill>
              </a:rPr>
              <a:t>Zero Message Visibility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395728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When an agent fails you cannot see which MCP tool was called, which A2A task was submitted, or which ACP run was triggered. You are left staring at a final error with no trace.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51760" cy="2926080"/>
          </a:xfrm>
          <a:prstGeom prst="rect">
            <a:avLst/>
          </a:prstGeom>
          <a:solidFill>
            <a:srgbClr val="1A0808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600200"/>
            <a:ext cx="2651760" cy="128016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82880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5C5C"/>
                </a:solidFill>
              </a:rPr>
              <a:t>No Control Over Actions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395728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Consequential calls -- MCP tools/call, A2A and ACP POST submissions -- fire automatically. No gate exists to pause, inspect, edit, or reject a message before it causes real-world harm.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</a:rPr>
              <a:t>No unified tool to observe, debug, or gate AI agent messages across MCP, A2A, and ACP.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One proxy. Every protocol. Human control.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508760"/>
            <a:ext cx="14630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50876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Agent 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423160"/>
            <a:ext cx="14630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42316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Agent 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837944"/>
            <a:ext cx="6858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752344"/>
            <a:ext cx="6858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371600"/>
            <a:ext cx="2240280" cy="2148840"/>
          </a:xfrm>
          <a:prstGeom prst="rect">
            <a:avLst/>
          </a:prstGeom>
          <a:solidFill>
            <a:srgbClr val="0A2E2A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52704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agent-proxy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1947672"/>
            <a:ext cx="2057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Intercepts all traffic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Parses MCP / A2A / ACP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Human review gate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Unified trace output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3520440"/>
            <a:ext cx="0" cy="41148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788920" y="3931920"/>
            <a:ext cx="1600200" cy="548640"/>
          </a:xfrm>
          <a:prstGeom prst="rect">
            <a:avLst/>
          </a:prstGeom>
          <a:solidFill>
            <a:srgbClr val="2A1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Human Review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837944"/>
            <a:ext cx="6858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752344"/>
            <a:ext cx="6858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1508760"/>
            <a:ext cx="14630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50876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/ Tool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94960" y="2423160"/>
            <a:ext cx="14630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42316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External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19659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840480"/>
            <a:ext cx="1965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862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Protocol-aware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2245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MCP stdio, MCP SSE, A2A, ACP natively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0" y="3840480"/>
            <a:ext cx="19659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3840480"/>
            <a:ext cx="1965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38862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Human-in-Loop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60320" y="42245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Pause, review, approve or reject messages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840480"/>
            <a:ext cx="19659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3840480"/>
            <a:ext cx="1965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8862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Zero-config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42245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Drop-in proxy, no agent code changes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75120" y="3840480"/>
            <a:ext cx="196596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3840480"/>
            <a:ext cx="1965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8862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Open Source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66560" y="42245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MIT licensed, community-driven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Built with Claude. Designed for human control.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192024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508760"/>
            <a:ext cx="192024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73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84632" y="216712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Intercept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587752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Transparent proxy captures all agent traffic -- MCP stdio/SSE, A2A, ACP -- before it reaches its destination.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6312" y="1508760"/>
            <a:ext cx="192024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6312" y="1508760"/>
            <a:ext cx="192024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673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69464" y="216712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87752" y="2587752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Claude identifies the protocol and extracts structured data: sender, method, path, and payload.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81144" y="1508760"/>
            <a:ext cx="192024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81144" y="1508760"/>
            <a:ext cx="192024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1144" y="1673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54296" y="216712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Human Review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72584" y="2587752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Consequential calls pause at the gate. Approve to forward unchanged, Edit to modify the JSON, or Reject to block (returns 403).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65976" y="1508760"/>
            <a:ext cx="192024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5976" y="1508760"/>
            <a:ext cx="192024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1673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39128" y="216712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57416" y="2587752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Every message -- with its human decision -- is logged and exported as an OTEL span or shown in the live web UI.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096512"/>
            <a:ext cx="8321040" cy="777240"/>
          </a:xfrm>
          <a:prstGeom prst="rect">
            <a:avLst/>
          </a:prstGeom>
          <a:solidFill>
            <a:srgbClr val="0A1F1C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96512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AI role: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Claude parses protocol messages. Without it there is no structured parsing -- and no data for the human gate to act 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0" y="457200"/>
            <a:ext cx="2286000" cy="2286000"/>
          </a:xfrm>
          <a:prstGeom prst="ellipse">
            <a:avLst/>
          </a:prstGeom>
          <a:solidFill>
            <a:srgbClr val="003D3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29000" y="4572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Live Demo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A7"/>
                </a:solidFill>
              </a:rPr>
              <a:t>github.com/tirumalv/agent-proxy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389120"/>
            <a:ext cx="2468880" cy="530352"/>
          </a:xfrm>
          <a:prstGeom prst="rect">
            <a:avLst/>
          </a:prstGeom>
          <a:solidFill>
            <a:srgbClr val="0A2E2A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3891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Intercept live agent traffic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4389120"/>
            <a:ext cx="2468880" cy="530352"/>
          </a:xfrm>
          <a:prstGeom prst="rect">
            <a:avLst/>
          </a:prstGeom>
          <a:solidFill>
            <a:srgbClr val="2A1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43891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Human reviews each message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4389120"/>
            <a:ext cx="2468880" cy="530352"/>
          </a:xfrm>
          <a:prstGeom prst="rect">
            <a:avLst/>
          </a:prstGeom>
          <a:solidFill>
            <a:srgbClr val="0A2E2A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43891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Approve, reject, or modify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43416" y="274320"/>
            <a:ext cx="54864" cy="4572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</a:rPr>
              <a:t>What's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Open source. Built for every agent developer.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0604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260604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647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</a:rPr>
              <a:t>Now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258568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MCP, A2A, ACP tracing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Claude-powered message parsing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Human-in-the-loop review gate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OTEL span export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Live web UI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60604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600200"/>
            <a:ext cx="2606040" cy="109728"/>
          </a:xfrm>
          <a:prstGeom prst="rect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7647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4FCF"/>
                </a:solidFill>
              </a:rPr>
              <a:t>Next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2258568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Web UI dashboard v2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Real-time trace streaming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Replay and diff tools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260604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600200"/>
            <a:ext cx="2606040" cy="109728"/>
          </a:xfrm>
          <a:prstGeom prst="rect">
            <a:avLst/>
          </a:prstGeom>
          <a:solidFill>
            <a:srgbClr val="1C6EA4"/>
          </a:solidFill>
          <a:ln w="12700">
            <a:solidFill>
              <a:srgbClr val="1C6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7647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6EA4"/>
                </a:solidFill>
              </a:rPr>
              <a:t>Later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2258568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VS Code extension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Plugin ecosystem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Community protocol adapters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87952"/>
            <a:ext cx="8229600" cy="685800"/>
          </a:xfrm>
          <a:prstGeom prst="rect">
            <a:avLst/>
          </a:prstGeom>
          <a:solidFill>
            <a:srgbClr val="0A2E2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8795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Star it.  Fork it.  Contribute.     </a:t>
            </a:r>
            <a:pPr algn="ctr" indent="0" marL="0">
              <a:buNone/>
            </a:pPr>
            <a:r>
              <a:rPr lang="en-US" sz="1600" b="1" dirty="0">
                <a:solidFill>
                  <a:srgbClr val="00C9A7"/>
                </a:solidFill>
              </a:rPr>
              <a:t>github.com/tirumalv/agent-proxy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agent-proxy -- TechWalkLive Vibeathon 2026</dc:title>
  <dc:subject>PptxGenJS Presentation</dc:subject>
  <dc:creator>Thiru Voonna</dc:creator>
  <cp:lastModifiedBy>Thiru Voonna</cp:lastModifiedBy>
  <cp:revision>1</cp:revision>
  <dcterms:created xsi:type="dcterms:W3CDTF">2026-06-19T01:05:13Z</dcterms:created>
  <dcterms:modified xsi:type="dcterms:W3CDTF">2026-06-19T01:05:13Z</dcterms:modified>
</cp:coreProperties>
</file>