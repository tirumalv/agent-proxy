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274320"/>
            <a:ext cx="54864" cy="4572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agent-proxy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0C9A7"/>
                </a:solidFill>
              </a:rPr>
              <a:t>Universal Protocol Tracer with Human-in-the-Loop for AI Agents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2788920"/>
            <a:ext cx="1417320" cy="475488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88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MCP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2788920"/>
            <a:ext cx="1417320" cy="475488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788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A2A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788920"/>
            <a:ext cx="1417320" cy="475488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788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788920"/>
            <a:ext cx="14173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788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Human-in-Loop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4023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Thiru Voonna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Founder, Voonna LLC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TechWalkLive Vibeathon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github.com/tirumalv/agent-proxy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Debugging AI agents is flying blind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51760" cy="2926080"/>
          </a:xfrm>
          <a:prstGeom prst="rect">
            <a:avLst/>
          </a:prstGeom>
          <a:solidFill>
            <a:srgbClr val="1A080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0200"/>
            <a:ext cx="2651760" cy="12801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</a:rPr>
              <a:t>Fragmented Protocols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MCP, A2A, and ACP each have different message formats. No single tool speaks all three.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651760" cy="2926080"/>
          </a:xfrm>
          <a:prstGeom prst="rect">
            <a:avLst/>
          </a:prstGeom>
          <a:solidFill>
            <a:srgbClr val="1A080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600200"/>
            <a:ext cx="2651760" cy="12801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</a:rPr>
              <a:t>No Unified Trace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When your agent fails, you have zero visibility into what messages were sent, received, or dropped.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51760" cy="2926080"/>
          </a:xfrm>
          <a:prstGeom prst="rect">
            <a:avLst/>
          </a:prstGeom>
          <a:solidFill>
            <a:srgbClr val="1A080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0200"/>
            <a:ext cx="2651760" cy="12801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</a:rPr>
              <a:t>No Human Oversight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3774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Agents act autonomously with no checkpoint for a human to review, pause, or correct a message before it causes damage.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No unified framework exists to trace, control, or gate AI agent messages across protocols.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One proxy. Every protocol. Human control.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1463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5087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1463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4231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 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837944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752344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371600"/>
            <a:ext cx="2240280" cy="2148840"/>
          </a:xfrm>
          <a:prstGeom prst="rect">
            <a:avLst/>
          </a:prstGeom>
          <a:solidFill>
            <a:srgbClr val="0A2E2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52704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agent-proxy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947672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Intercepts all traffic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Parses MCP / A2A / ACP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Human review 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Unified trace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352044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788920" y="3931920"/>
            <a:ext cx="1600200" cy="548640"/>
          </a:xfrm>
          <a:prstGeom prst="rect">
            <a:avLst/>
          </a:prstGeom>
          <a:solidFill>
            <a:srgbClr val="2A1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Human Review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837944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752344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508760"/>
            <a:ext cx="1463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5087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/ Tool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2423160"/>
            <a:ext cx="1463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4231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External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19659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40480"/>
            <a:ext cx="1965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86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Protocol-aware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MCP, A2A, ACP natively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3840480"/>
            <a:ext cx="19659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84048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886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Human-in-Loop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42245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Pause, review, approve or reject messages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840480"/>
            <a:ext cx="19659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3840480"/>
            <a:ext cx="1965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886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Zero-config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42245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Drop-in proxy, no agent changes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3840480"/>
            <a:ext cx="19659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3840480"/>
            <a:ext cx="1965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886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Open Source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42245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MIT licensed, community-driven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Built with Claude. Designed for human control.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19202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08760"/>
            <a:ext cx="19202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84632" y="216712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Intercept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8775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Transparent proxy captures all agent traffic -- MCP, A2A, ACP -- before it reaches its destination.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508760"/>
            <a:ext cx="19202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508760"/>
            <a:ext cx="19202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9464" y="216712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87752" y="258775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Claude identifies the protocol and extracts structured message data: sender, type, and payload.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81144" y="1508760"/>
            <a:ext cx="19202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81144" y="1508760"/>
            <a:ext cx="19202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54296" y="216712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 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72584" y="258775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Traffic pauses at the gate. A human can approve, reject, or modify any message before it forwards.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65976" y="1508760"/>
            <a:ext cx="19202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5976" y="1508760"/>
            <a:ext cx="19202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39128" y="216712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57416" y="258775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Every message -- with its human decision -- is logged in a unified, searchable trace output.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096512"/>
            <a:ext cx="8321040" cy="777240"/>
          </a:xfrm>
          <a:prstGeom prst="rect">
            <a:avLst/>
          </a:prstGeom>
          <a:solidFill>
            <a:srgbClr val="0A1F1C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9651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AI role: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Claude parses protocol messages. Without it there is no structured parsing -- and no data for the human gate to act 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457200"/>
            <a:ext cx="2286000" cy="2286000"/>
          </a:xfrm>
          <a:prstGeom prst="ellipse">
            <a:avLst/>
          </a:prstGeom>
          <a:solidFill>
            <a:srgbClr val="003D3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29000" y="4572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Live Demo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</a:rPr>
              <a:t>github.com/tirumalv/agent-proxy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468880" cy="530352"/>
          </a:xfrm>
          <a:prstGeom prst="rect">
            <a:avLst/>
          </a:prstGeom>
          <a:solidFill>
            <a:srgbClr val="0A2E2A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389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Intercept live agent traffic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4389120"/>
            <a:ext cx="2468880" cy="530352"/>
          </a:xfrm>
          <a:prstGeom prst="rect">
            <a:avLst/>
          </a:prstGeom>
          <a:solidFill>
            <a:srgbClr val="2A1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4389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Human reviews each message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4389120"/>
            <a:ext cx="2468880" cy="530352"/>
          </a:xfrm>
          <a:prstGeom prst="rect">
            <a:avLst/>
          </a:prstGeom>
          <a:solidFill>
            <a:srgbClr val="0A2E2A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4389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Approve, reject, or modify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3416" y="274320"/>
            <a:ext cx="54864" cy="4572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Open source. Built for every agent developer.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26060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64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</a:rPr>
              <a:t>Now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258568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MCP, A2A, ACP tracing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Claude-powered message parsing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Human-in-the-loop review 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CLI structured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6060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600200"/>
            <a:ext cx="2606040" cy="109728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764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4FCF"/>
                </a:solidFill>
              </a:rPr>
              <a:t>Next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2258568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Web UI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Real-time trace streaming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Replay and diff tools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060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00200"/>
            <a:ext cx="2606040" cy="109728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764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6EA4"/>
                </a:solidFill>
              </a:rPr>
              <a:t>Later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258568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VS Code extension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Plugin ecosystem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Community protocol adapters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87952"/>
            <a:ext cx="8229600" cy="685800"/>
          </a:xfrm>
          <a:prstGeom prst="rect">
            <a:avLst/>
          </a:prstGeom>
          <a:solidFill>
            <a:srgbClr val="0A2E2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879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 it.  Fork it.  Contribute.     </a:t>
            </a:r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github.com/tirumalv/agent-proxy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agent-proxy -- TechWalkLive Vibeathon 2026</dc:title>
  <dc:subject>PptxGenJS Presentation</dc:subject>
  <dc:creator>Thiru Voonna</dc:creator>
  <cp:lastModifiedBy>Thiru Voonna</cp:lastModifiedBy>
  <cp:revision>1</cp:revision>
  <dcterms:created xsi:type="dcterms:W3CDTF">2026-06-19T00:56:05Z</dcterms:created>
  <dcterms:modified xsi:type="dcterms:W3CDTF">2026-06-19T00:56:05Z</dcterms:modified>
</cp:coreProperties>
</file>